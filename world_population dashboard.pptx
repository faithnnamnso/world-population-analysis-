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580" autoAdjust="0"/>
  </p:normalViewPr>
  <p:slideViewPr>
    <p:cSldViewPr>
      <p:cViewPr>
        <p:scale>
          <a:sx n="75" d="100"/>
          <a:sy n="75" d="100"/>
        </p:scale>
        <p:origin x="-12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8B81-A79D-47DE-AB86-11B2B2EEC1A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D8CB9-BEAC-427B-9BF4-5C0AF0855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4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8B81-A79D-47DE-AB86-11B2B2EEC1A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D8CB9-BEAC-427B-9BF4-5C0AF0855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7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8B81-A79D-47DE-AB86-11B2B2EEC1A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D8CB9-BEAC-427B-9BF4-5C0AF0855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76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8B81-A79D-47DE-AB86-11B2B2EEC1A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D8CB9-BEAC-427B-9BF4-5C0AF0855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4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8B81-A79D-47DE-AB86-11B2B2EEC1A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D8CB9-BEAC-427B-9BF4-5C0AF0855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30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8B81-A79D-47DE-AB86-11B2B2EEC1A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D8CB9-BEAC-427B-9BF4-5C0AF0855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50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8B81-A79D-47DE-AB86-11B2B2EEC1A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D8CB9-BEAC-427B-9BF4-5C0AF0855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692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8B81-A79D-47DE-AB86-11B2B2EEC1A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D8CB9-BEAC-427B-9BF4-5C0AF0855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836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8B81-A79D-47DE-AB86-11B2B2EEC1A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D8CB9-BEAC-427B-9BF4-5C0AF0855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94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8B81-A79D-47DE-AB86-11B2B2EEC1A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D8CB9-BEAC-427B-9BF4-5C0AF0855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096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18B81-A79D-47DE-AB86-11B2B2EEC1A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D8CB9-BEAC-427B-9BF4-5C0AF0855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55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18B81-A79D-47DE-AB86-11B2B2EEC1A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D8CB9-BEAC-427B-9BF4-5C0AF0855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198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0" y="609600"/>
            <a:ext cx="1219200" cy="60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1206500" y="609600"/>
            <a:ext cx="1143000" cy="762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349500" y="609600"/>
            <a:ext cx="1219200" cy="762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3568700" y="609600"/>
            <a:ext cx="1219200" cy="762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 Diagonal Corner Rectangle 13"/>
          <p:cNvSpPr/>
          <p:nvPr/>
        </p:nvSpPr>
        <p:spPr>
          <a:xfrm>
            <a:off x="4787900" y="647700"/>
            <a:ext cx="2203450" cy="723900"/>
          </a:xfrm>
          <a:prstGeom prst="round2Diag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 Diagonal Corner Rectangle 14"/>
          <p:cNvSpPr/>
          <p:nvPr/>
        </p:nvSpPr>
        <p:spPr>
          <a:xfrm>
            <a:off x="6991350" y="609600"/>
            <a:ext cx="2139950" cy="762000"/>
          </a:xfrm>
          <a:prstGeom prst="round2Diag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Process 16"/>
          <p:cNvSpPr/>
          <p:nvPr/>
        </p:nvSpPr>
        <p:spPr>
          <a:xfrm>
            <a:off x="38100" y="1435100"/>
            <a:ext cx="1676400" cy="5410200"/>
          </a:xfrm>
          <a:prstGeom prst="flowChartProcess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778000" y="1371600"/>
            <a:ext cx="3267075" cy="27686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ounded Rectangle 19"/>
          <p:cNvSpPr/>
          <p:nvPr/>
        </p:nvSpPr>
        <p:spPr>
          <a:xfrm>
            <a:off x="0" y="609600"/>
            <a:ext cx="1219200" cy="762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067300" y="1371600"/>
            <a:ext cx="4064000" cy="27813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778000" y="4140200"/>
            <a:ext cx="3289300" cy="27051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5045075" y="4152900"/>
            <a:ext cx="4086225" cy="27051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616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11</cp:revision>
  <dcterms:created xsi:type="dcterms:W3CDTF">2025-12-14T02:48:36Z</dcterms:created>
  <dcterms:modified xsi:type="dcterms:W3CDTF">2026-01-20T19:56:22Z</dcterms:modified>
</cp:coreProperties>
</file>